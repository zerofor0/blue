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教师强调：名义 GDP 与实际 GDP 的区别是高频考点。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 国民收入核算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GDP 是一定时期内一国境内生产的所有最终产品和服务的市场价值总和。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GDP 的核算方法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支出法：GDP = C + I + G + NX。</a:t>
            </a:r>
          </a:p>
          <a:p>
            <a:r>
              <a:t>收入法：把各生产要素收入加总。</a:t>
            </a:r>
          </a:p>
          <a:p>
            <a:r>
              <a:t>易错：二手交易不计入 GDP。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